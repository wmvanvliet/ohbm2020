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08"/>
  </p:normalViewPr>
  <p:slideViewPr>
    <p:cSldViewPr snapToGrid="0" snapToObjects="1">
      <p:cViewPr varScale="1">
        <p:scale>
          <a:sx n="95" d="100"/>
          <a:sy n="95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3906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9012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252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628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3227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2965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874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7397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7127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0975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935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9BB17-3806-B648-9581-EA737A340C43}" type="datetimeFigureOut">
              <a:rPr lang="en-BE" smtClean="0"/>
              <a:t>11/06/2020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184DB-1B43-7B4C-A2F9-99D4126F2C6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8601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C06F89D-7F6B-8C4F-A752-3F9B85F1C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04" y="622397"/>
            <a:ext cx="4114800" cy="2468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E27949-2B97-9E40-BD9F-C4B2B52999F0}"/>
              </a:ext>
            </a:extLst>
          </p:cNvPr>
          <p:cNvSpPr txBox="1"/>
          <p:nvPr/>
        </p:nvSpPr>
        <p:spPr>
          <a:xfrm>
            <a:off x="5471093" y="791828"/>
            <a:ext cx="6075000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693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Status update</a:t>
            </a:r>
          </a:p>
          <a:p>
            <a:r>
              <a:rPr lang="en-BE" sz="693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F819D-9A1A-644E-9BB6-7244C7D965CA}"/>
              </a:ext>
            </a:extLst>
          </p:cNvPr>
          <p:cNvSpPr txBox="1"/>
          <p:nvPr/>
        </p:nvSpPr>
        <p:spPr>
          <a:xfrm>
            <a:off x="1166004" y="3259568"/>
            <a:ext cx="9912132" cy="233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880" b="1" dirty="0"/>
              <a:t>Your host: </a:t>
            </a:r>
            <a:r>
              <a:rPr lang="en-BE" sz="2880" dirty="0"/>
              <a:t>Marijn van Vliet</a:t>
            </a:r>
          </a:p>
          <a:p>
            <a:r>
              <a:rPr lang="en-BE" sz="1800" dirty="0"/>
              <a:t>Aalto University, department of Neuroimaging and Biomedical Engineering</a:t>
            </a:r>
          </a:p>
          <a:p>
            <a:endParaRPr lang="en-BE" sz="1264" dirty="0"/>
          </a:p>
          <a:p>
            <a:r>
              <a:rPr lang="en-BE" sz="2880" b="1" dirty="0"/>
              <a:t>Project lead:</a:t>
            </a:r>
            <a:r>
              <a:rPr lang="en-BE" sz="2880" dirty="0"/>
              <a:t> Alexandre Gramfort</a:t>
            </a:r>
          </a:p>
          <a:p>
            <a:r>
              <a:rPr lang="en-BE" sz="1800" dirty="0"/>
              <a:t>Paris Sarclay, Inria, Parietal Team</a:t>
            </a:r>
          </a:p>
          <a:p>
            <a:endParaRPr lang="en-BE" sz="1800" dirty="0"/>
          </a:p>
          <a:p>
            <a:r>
              <a:rPr lang="en-BE" sz="2160" dirty="0"/>
              <a:t>MNE-Python is developed by an amazing team of volunteers from all over the world. </a:t>
            </a:r>
            <a:endParaRPr lang="en-BE" sz="1264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1CA133-F192-2F4E-A3E2-B26F6E1430C1}"/>
              </a:ext>
            </a:extLst>
          </p:cNvPr>
          <p:cNvGrpSpPr/>
          <p:nvPr/>
        </p:nvGrpSpPr>
        <p:grpSpPr>
          <a:xfrm>
            <a:off x="87855" y="6212555"/>
            <a:ext cx="11980005" cy="551315"/>
            <a:chOff x="-1" y="6310252"/>
            <a:chExt cx="12151659" cy="55921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2EAF5F-8C71-B648-A968-1B6F12079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6318849"/>
              <a:ext cx="4533424" cy="54182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30073A0-2814-2845-A11A-E188C26D0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12804" y="6327640"/>
              <a:ext cx="5246928" cy="541827"/>
            </a:xfrm>
            <a:prstGeom prst="rect">
              <a:avLst/>
            </a:prstGeom>
          </p:spPr>
        </p:pic>
        <p:pic>
          <p:nvPicPr>
            <p:cNvPr id="15" name="Picture 1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42C2DBCF-49CE-2B4B-B23A-F8F1CF3A5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9731" y="6310252"/>
              <a:ext cx="2391927" cy="5315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001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45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Vliet Marijn</dc:creator>
  <cp:lastModifiedBy>Van Vliet Marijn</cp:lastModifiedBy>
  <cp:revision>4</cp:revision>
  <dcterms:created xsi:type="dcterms:W3CDTF">2020-06-11T07:41:34Z</dcterms:created>
  <dcterms:modified xsi:type="dcterms:W3CDTF">2020-06-11T08:35:48Z</dcterms:modified>
</cp:coreProperties>
</file>